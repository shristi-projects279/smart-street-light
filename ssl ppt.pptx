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751C-1F31-FCB6-1B22-BCEA5FDE8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C8B34-31EC-C24E-99A5-9AFA95B49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A4BB2-BCDE-1717-FE99-7FF59E5A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3B3CD-32B6-07EA-B65B-0F5ED1713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271AF-3813-29F3-850C-414BAA79D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82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8E81-92A4-FAEE-8BC4-0C765DA3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D427C-22F2-D22A-AF14-C74A94F3E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1E795-3009-CE54-7241-04AB45AB3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C1701-AF12-36BC-15ED-56FA2FBEA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C469B-66E1-6ABF-C61F-34665DF85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202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86D7-54F5-3E6F-84D4-273456401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D29E9-73FF-37BE-FEA0-851717717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CEA11-CB9E-6D02-42D0-82268D49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0070B-06A4-AF81-1C37-10EF7996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1659B-2FB6-C2D0-99DC-E2FB72CE3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94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3DDD-ED1E-F54E-C03E-D51412765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F8B88-A7AD-2935-ADA8-FFCB30076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8EBD0-772E-4B10-9EDA-8CD6312AA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C8D99-6265-D2A4-487C-A6CE990E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1AD2F-42D0-8CB8-09BD-362C3E4FD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BCA7D-CD0E-4E92-CA09-C64DCBC3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046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2EB2A-343B-F593-0642-FB2F621D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F089A-C970-6560-A418-2BCC3A980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58ACE-727E-F185-43D6-B46139F5F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93707-2C60-27D8-946E-BCCC89EF8A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F0181-E9C6-CED4-A9F9-E2217C686E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F4A9-0BD1-A745-4C82-F51BC523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8DCC4-473E-5640-F063-DADCCE7EC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6C6BD3-7A38-A09C-FCB0-3CAA455C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510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8902-81D9-2951-8A12-4CBA9B5F1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026B47-E613-BA5B-89DF-8671D570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2F9100-201C-E666-D2D4-6A3E66339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8164C-D669-65D8-70FB-3E57E47F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066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745C24-5BD3-2E71-D9CB-9A323C6FF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A0CB6-36F3-3D18-3851-2CFB6955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0795C-892E-0921-42BD-03E6A57A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214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4FC3-C862-8123-46CE-C189026C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DCF47-B752-192D-5442-B8160FEDC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09C5A3-A0F1-002B-1DA4-1A36C7CF1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0C2EA-BD38-5048-171F-8269595D9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3401B-FA66-F8C1-B997-9102F7B2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1BB41-69F5-3A5E-1EBC-25F2A0AF7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51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45D9-D4AA-FF39-4B10-683DDA15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EBCE55-C263-7CEC-382F-3F8A2F1BF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92676-20EC-22A8-316B-5A3F66F58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AEC52-A24A-9734-FA9E-8DE2FE1FD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1D19F-10DC-487D-37C5-139661BE2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B5AB1-453E-7A90-A8D7-A141713B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7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4EEC-38FD-EE83-B699-49183E31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9B3AC-2FD5-086A-E065-D19B35F5D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A987-9132-4083-467E-22C5E9FB3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79743-8A0B-0123-D920-5B9AE27DA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3F2DC-AB9A-8A0D-F098-09CECEB6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38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BA9518-ADE0-EB79-3639-A3FADD5CF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F486C-E55E-A1A1-9726-7559E526A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F997C-2189-CED9-7B23-297330298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C8F46-232D-754A-18FF-00CD8B3DD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5803E-255C-3BFB-D3EF-E619089A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43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9E14C6-08FB-CF24-3E00-509708AD4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1C14D-4FF6-C1B6-74E3-382BC0C77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D916A-BB64-12D5-1A3B-F060422EDF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FDC0D-4697-41B6-86A2-8D095B32B09D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1AB36-BD68-7ECC-E2EF-EFD0A0B03B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35FDD-1706-5215-7D95-C91108600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5E483-9E16-4CFE-9F31-AA8F0691C7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223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20768-9BA8-C45A-9A6E-658F70B0A8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614051-32A5-27F8-2090-E8E65AA78F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72B2D8-B983-1A72-AEEF-D04E9A3B7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484" y="7709385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AC55FF-7036-24C4-A5D2-FD92D003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1"/>
            <a:ext cx="12192000" cy="685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76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82833-24FE-ED85-0B9D-295ABF96A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54BA30-797D-A788-02BE-80A1396A3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33CF10-5F26-9E90-A37A-84E80FDB5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465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2C3CF-49F4-0952-287A-7D11AFE4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565E4A5-07B1-DC89-DF2B-11E66B8B3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A2B0B4E-BC6B-94EE-84D3-CBA8884C4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7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03D6-831C-7FAE-7D50-5C136C6C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C45BB0-2D9F-8344-7A21-6B92528665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AA34EE-2674-0FF2-58D8-FA046151B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596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D8A98-9BA9-BC30-4D04-0660FAAC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36D5AF-F203-C35A-5D1A-F407DD218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CF1ADE-3368-D35D-D95C-C4AB859C0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5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5AC0A-96E7-4F4E-DA53-FDD65B1F5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0493E1-52AE-8CAD-7540-4E72222DD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A93C43-3E62-6DF5-C4A9-16A0FE90D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3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9F07-296E-5E48-C8A6-CEF9B608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3984BA1-F12C-A5E9-6124-6AC468E6C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6722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7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5652" y="735330"/>
            <a:ext cx="57978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3200" dirty="0"/>
              <a:t>Research Findings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3781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0C8C8"/>
                </a:solidFill>
                <a:latin typeface="Segoe UI"/>
              </a:defRPr>
            </a:pPr>
            <a:r>
              <a:rPr dirty="0"/>
              <a:t>Smart Automatic Lighting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3781" y="2011680"/>
            <a:ext cx="4272115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C8"/>
                </a:solidFill>
                <a:latin typeface="Segoe UI"/>
              </a:defRPr>
            </a:pPr>
            <a:r>
              <a:rPr dirty="0"/>
              <a:t>Energy Efficiency Performance</a:t>
            </a:r>
          </a:p>
          <a:p>
            <a:pPr>
              <a:defRPr sz="1400">
                <a:solidFill>
                  <a:srgbClr val="DCDCDC"/>
                </a:solidFill>
                <a:latin typeface="Segoe UI"/>
              </a:defRPr>
            </a:pPr>
            <a:r>
              <a:rPr dirty="0"/>
              <a:t>• 35-87% energy consumption reduction</a:t>
            </a:r>
          </a:p>
          <a:p>
            <a:pPr>
              <a:defRPr sz="1400">
                <a:solidFill>
                  <a:srgbClr val="DCDCDC"/>
                </a:solidFill>
                <a:latin typeface="Segoe UI"/>
              </a:defRPr>
            </a:pPr>
            <a:r>
              <a:rPr dirty="0"/>
              <a:t>• 80% savings in warehouse implementations</a:t>
            </a:r>
          </a:p>
          <a:p>
            <a:pPr>
              <a:defRPr sz="1400">
                <a:solidFill>
                  <a:srgbClr val="DCDCDC"/>
                </a:solidFill>
                <a:latin typeface="Segoe UI"/>
              </a:defRPr>
            </a:pPr>
            <a:r>
              <a:rPr dirty="0"/>
              <a:t>• 50-70% reduction in residential applications</a:t>
            </a:r>
          </a:p>
          <a:p>
            <a:pPr>
              <a:defRPr sz="1400">
                <a:solidFill>
                  <a:srgbClr val="DCDCDC"/>
                </a:solidFill>
                <a:latin typeface="Segoe UI"/>
              </a:defRPr>
            </a:pPr>
            <a:r>
              <a:rPr dirty="0"/>
              <a:t>• Average payback period: 0.8-5 years</a:t>
            </a:r>
          </a:p>
          <a:p>
            <a:endParaRPr dirty="0"/>
          </a:p>
          <a:p>
            <a:pPr>
              <a:defRPr sz="1800" b="1">
                <a:solidFill>
                  <a:srgbClr val="50C8C8"/>
                </a:solidFill>
                <a:latin typeface="Segoe UI"/>
              </a:defRPr>
            </a:pPr>
            <a:r>
              <a:rPr dirty="0"/>
              <a:t>Technical Specifications</a:t>
            </a:r>
          </a:p>
          <a:p>
            <a:pPr>
              <a:defRPr sz="1400">
                <a:solidFill>
                  <a:srgbClr val="DCDCDC"/>
                </a:solidFill>
                <a:latin typeface="Segoe UI"/>
              </a:defRPr>
            </a:pPr>
            <a:r>
              <a:rPr dirty="0"/>
              <a:t>• Detection Range: Up to 20 meters</a:t>
            </a:r>
          </a:p>
          <a:p>
            <a:pPr>
              <a:defRPr sz="1400">
                <a:solidFill>
                  <a:srgbClr val="DCDCDC"/>
                </a:solidFill>
                <a:latin typeface="Segoe UI"/>
              </a:defRPr>
            </a:pPr>
            <a:r>
              <a:rPr dirty="0"/>
              <a:t>• Response Time: Near-instantaneous</a:t>
            </a:r>
          </a:p>
          <a:p>
            <a:pPr>
              <a:defRPr sz="1400">
                <a:solidFill>
                  <a:srgbClr val="DCDCDC"/>
                </a:solidFill>
                <a:latin typeface="Segoe UI"/>
              </a:defRPr>
            </a:pPr>
            <a:r>
              <a:rPr dirty="0"/>
              <a:t>• Communication: LoRa, Zigbee, Wi-Fi</a:t>
            </a:r>
          </a:p>
          <a:p>
            <a:pPr>
              <a:defRPr sz="1400">
                <a:solidFill>
                  <a:srgbClr val="DCDCDC"/>
                </a:solidFill>
                <a:latin typeface="Segoe UI"/>
              </a:defRPr>
            </a:pPr>
            <a:r>
              <a:rPr dirty="0"/>
              <a:t>• LED Lifespan: 25-50x longer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90734" y="2011680"/>
            <a:ext cx="4581833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C8C8"/>
                </a:solidFill>
                <a:latin typeface="Segoe UI"/>
              </a:defRPr>
            </a:pPr>
            <a:r>
              <a:rPr dirty="0"/>
              <a:t>Real-World Case Studies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🏢 Montreal Smart Lighting</a:t>
            </a:r>
          </a:p>
          <a:p>
            <a:pPr>
              <a:defRPr sz="1200">
                <a:solidFill>
                  <a:srgbClr val="C8C8C8"/>
                </a:solidFill>
                <a:latin typeface="Segoe UI"/>
              </a:defRPr>
            </a:pPr>
            <a:r>
              <a:rPr dirty="0"/>
              <a:t>   132,000 fixtures → $3.7M annual savings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🏢 Cambodia LED Project</a:t>
            </a:r>
          </a:p>
          <a:p>
            <a:pPr>
              <a:defRPr sz="1200">
                <a:solidFill>
                  <a:srgbClr val="C8C8C8"/>
                </a:solidFill>
                <a:latin typeface="Segoe UI"/>
              </a:defRPr>
            </a:pPr>
            <a:r>
              <a:rPr dirty="0"/>
              <a:t>   12,000 streetlights → 559 tons CO2 reduction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🏢 Las Condes, Chile</a:t>
            </a:r>
          </a:p>
          <a:p>
            <a:pPr>
              <a:defRPr sz="1200">
                <a:solidFill>
                  <a:srgbClr val="C8C8C8"/>
                </a:solidFill>
                <a:latin typeface="Segoe UI"/>
              </a:defRPr>
            </a:pPr>
            <a:r>
              <a:rPr dirty="0"/>
              <a:t>   17,000 connected lights → Traffic monitoring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🏢 Warehouse Implementations</a:t>
            </a:r>
          </a:p>
          <a:p>
            <a:pPr>
              <a:defRPr sz="1200">
                <a:solidFill>
                  <a:srgbClr val="C8C8C8"/>
                </a:solidFill>
                <a:latin typeface="Segoe UI"/>
              </a:defRPr>
            </a:pPr>
            <a:r>
              <a:rPr dirty="0"/>
              <a:t>   80% consumption reduction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57197" y="525780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0C8C8"/>
                </a:solidFill>
                <a:latin typeface="Segoe UI"/>
              </a:defRPr>
            </a:pPr>
            <a:r>
              <a:rPr dirty="0"/>
              <a:t>Advanced IoT Features</a:t>
            </a:r>
          </a:p>
          <a:p>
            <a:pPr algn="ctr">
              <a:defRPr sz="1200">
                <a:solidFill>
                  <a:srgbClr val="DCDCDC"/>
                </a:solidFill>
                <a:latin typeface="Segoe UI"/>
              </a:defRPr>
            </a:pPr>
            <a:r>
              <a:rPr dirty="0"/>
              <a:t>CMS • Mobile Control • Predictive Maintenance • Environmental Sensors • Traffic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131</Words>
  <Application>Microsoft Office PowerPoint</Application>
  <PresentationFormat>Widescreen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satyam chaudhary</dc:creator>
  <cp:lastModifiedBy>satyam chaudhary</cp:lastModifiedBy>
  <cp:revision>5</cp:revision>
  <dcterms:created xsi:type="dcterms:W3CDTF">2025-10-02T13:23:34Z</dcterms:created>
  <dcterms:modified xsi:type="dcterms:W3CDTF">2025-10-07T11:58:13Z</dcterms:modified>
</cp:coreProperties>
</file>